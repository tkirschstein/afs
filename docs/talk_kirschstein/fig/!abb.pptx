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54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chstein, Thomas" userId="919c7545-f9ae-4451-a4d1-28753b1796cc" providerId="ADAL" clId="{8178FA0C-3989-435F-A6B7-56D41B4E769F}"/>
    <pc:docChg chg="custSel addSld modSld">
      <pc:chgData name="Kirschstein, Thomas" userId="919c7545-f9ae-4451-a4d1-28753b1796cc" providerId="ADAL" clId="{8178FA0C-3989-435F-A6B7-56D41B4E769F}" dt="2026-06-11T19:08:52.705" v="347" actId="14100"/>
      <pc:docMkLst>
        <pc:docMk/>
      </pc:docMkLst>
      <pc:sldChg chg="addSp delSp modSp new mod">
        <pc:chgData name="Kirschstein, Thomas" userId="919c7545-f9ae-4451-a4d1-28753b1796cc" providerId="ADAL" clId="{8178FA0C-3989-435F-A6B7-56D41B4E769F}" dt="2026-06-11T19:08:52.705" v="347" actId="14100"/>
        <pc:sldMkLst>
          <pc:docMk/>
          <pc:sldMk cId="364873397" sldId="258"/>
        </pc:sldMkLst>
        <pc:spChg chg="del">
          <ac:chgData name="Kirschstein, Thomas" userId="919c7545-f9ae-4451-a4d1-28753b1796cc" providerId="ADAL" clId="{8178FA0C-3989-435F-A6B7-56D41B4E769F}" dt="2026-06-11T19:06:04.304" v="306" actId="478"/>
          <ac:spMkLst>
            <pc:docMk/>
            <pc:sldMk cId="364873397" sldId="258"/>
            <ac:spMk id="2" creationId="{3DB87BAB-0E93-42C6-39F4-2371EC6B662F}"/>
          </ac:spMkLst>
        </pc:spChg>
        <pc:spChg chg="del">
          <ac:chgData name="Kirschstein, Thomas" userId="919c7545-f9ae-4451-a4d1-28753b1796cc" providerId="ADAL" clId="{8178FA0C-3989-435F-A6B7-56D41B4E769F}" dt="2026-06-11T18:10:47.435" v="7"/>
          <ac:spMkLst>
            <pc:docMk/>
            <pc:sldMk cId="364873397" sldId="258"/>
            <ac:spMk id="3" creationId="{433CBF3A-B2BC-4F38-3AF6-D6ADD56F7001}"/>
          </ac:spMkLst>
        </pc:spChg>
        <pc:spChg chg="add mod ord">
          <ac:chgData name="Kirschstein, Thomas" userId="919c7545-f9ae-4451-a4d1-28753b1796cc" providerId="ADAL" clId="{8178FA0C-3989-435F-A6B7-56D41B4E769F}" dt="2026-06-11T19:04:28.410" v="225" actId="2085"/>
          <ac:spMkLst>
            <pc:docMk/>
            <pc:sldMk cId="364873397" sldId="258"/>
            <ac:spMk id="10" creationId="{0FD9DA4F-8992-1CBC-F7B7-0F4C74403AEF}"/>
          </ac:spMkLst>
        </pc:spChg>
        <pc:picChg chg="add mod ord">
          <ac:chgData name="Kirschstein, Thomas" userId="919c7545-f9ae-4451-a4d1-28753b1796cc" providerId="ADAL" clId="{8178FA0C-3989-435F-A6B7-56D41B4E769F}" dt="2026-06-11T19:08:52.705" v="347" actId="14100"/>
          <ac:picMkLst>
            <pc:docMk/>
            <pc:sldMk cId="364873397" sldId="258"/>
            <ac:picMk id="5" creationId="{7A1C7EA3-FC60-A918-A563-AE4DEC0AD01D}"/>
          </ac:picMkLst>
        </pc:picChg>
        <pc:picChg chg="add mod">
          <ac:chgData name="Kirschstein, Thomas" userId="919c7545-f9ae-4451-a4d1-28753b1796cc" providerId="ADAL" clId="{8178FA0C-3989-435F-A6B7-56D41B4E769F}" dt="2026-06-11T19:08:52.705" v="347" actId="14100"/>
          <ac:picMkLst>
            <pc:docMk/>
            <pc:sldMk cId="364873397" sldId="258"/>
            <ac:picMk id="7" creationId="{9EC2D2EC-EA4F-8FF1-6E60-3BF9A33A0B24}"/>
          </ac:picMkLst>
        </pc:picChg>
        <pc:picChg chg="add mod">
          <ac:chgData name="Kirschstein, Thomas" userId="919c7545-f9ae-4451-a4d1-28753b1796cc" providerId="ADAL" clId="{8178FA0C-3989-435F-A6B7-56D41B4E769F}" dt="2026-06-11T19:08:52.705" v="347" actId="14100"/>
          <ac:picMkLst>
            <pc:docMk/>
            <pc:sldMk cId="364873397" sldId="258"/>
            <ac:picMk id="9" creationId="{2BFFA5BB-A5C8-2F4C-184C-44219F41FC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7E625-B593-7566-09EC-6F80AA596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43A938A-DA7F-B55A-4517-DAC67C452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48BAF8-86B5-084A-795B-C5C42F9F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F8AC78-8A12-7900-83EE-AF6D43B7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AD0AD1-463E-8C56-1525-9780E3DF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63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70F35-F3EF-48EE-27E9-47195A31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AC1A2D-6C1E-5C9F-9785-A5EC36FE4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5481CE-FFBE-BE83-9F7D-491F137B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AB1C2F-C6AD-54E7-E30A-8F27F1041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E4B907-F448-4A03-AD99-ABE379B5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51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F24DB-4858-CAF0-069A-04C18963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669507-BCA9-DD53-BEED-F1212042E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BFF72C-6917-721C-9ED1-528E9B6A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BB5293-35A1-9F7A-2214-EB8986D5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BF2FF-8B5F-3163-FA9E-AF80A989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64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D98D7-E329-2E7A-E75A-41FC3A34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8EFE99-9444-CA2A-234F-F4335DDB4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78209F-492B-74FC-A5E3-05C0F2E79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35C38B-9135-7584-F015-45EB6773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DCC21D-D662-CA2B-32E0-19563BA6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373603-C035-38B3-5C3C-BA133538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48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FA160C-A580-7198-C9DF-C732F263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B06E2A-464C-8F7F-4D2B-E69288F02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70064D-11AF-0C17-96A6-689062BD7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0B10E1-88FA-36F6-C55F-CFFDA7387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6D88C4-B617-674B-7DC1-A366F0134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F3E314F-AD05-D303-3A38-69C38872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1F52C1-54EA-C693-3C80-0C6AD44D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B88D3D8-957A-9129-BD51-41C998D6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454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D63672-B8DB-1C9B-872D-26E94D36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345295-A148-579C-9F42-6D8D2709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2CD130-C6AA-0E41-0E98-D1E081CD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1A6A3A-A206-31B8-B6FE-EB2DFCFD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357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E4F731-5263-D161-FDE9-50AE3257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0FFC58-F757-072B-D5FF-71B0344C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6B3964-5342-9C10-4FD4-6E310356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54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C8830-5997-A3D4-46AA-69E4263C6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A56DD2-6AD6-CCF6-DC6E-421ED573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3D8C86-05AD-2968-6B4D-44098E097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4E5826-2D52-478E-8303-E3C8BE1C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305816-6F3B-4C6F-6DF7-B1472276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080B83-918C-6BC4-E886-A3D028EE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23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35E72-6DD1-C811-9632-2CAC3482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5B4C68-2D4D-2433-216C-B87AB2675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94D592-5495-6F32-FF2C-D5943B67D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F9FFDC-7A82-77DF-6DF9-69B3A404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67D7ED-C9DA-87B0-CB4C-9E668E6F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F4E6FB-2E45-3BA8-DE4E-F42E0C55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10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89E65A-3CDC-0FE6-66AC-2E571CE1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4BFDBA-4301-58CA-E382-C2F88082D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8E361A-B8DE-DAFD-8A4E-4F0B994B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DE0EAF-C15A-030D-4289-BC27AF9D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E32B6E-6962-4CA4-5EA4-67CBEFE5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05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D349B87-8407-8EF1-8BA7-00F0F78AA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06D34D-93ED-E8D4-F39E-CB4834730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95B6E3-7FBD-5DD1-F5DD-20D525B9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D13DBA-BC45-A7AE-148E-D423CE9B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78D70-D62D-8555-C2AB-82B553A4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62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B31A40-D498-C6FC-259C-5CE3681E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CE9EA8-BA71-42D9-2530-718140E3A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6F0FA4-FF83-6E3B-0CCD-B335FE3FD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C3CA0-6C16-4978-9995-9E4B04750984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06C6A-A497-1028-2FDF-A0C8F369C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5596F-A5E8-A6EB-12AB-13AD486F1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6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UPM erhält dreifache Nachhaltigkeitszertifizierung für Bioraffinerie in  Leuna | Ein Unternehmen für Materiallösungen">
            <a:extLst>
              <a:ext uri="{FF2B5EF4-FFF2-40B4-BE49-F238E27FC236}">
                <a16:creationId xmlns:a16="http://schemas.microsoft.com/office/drawing/2014/main" id="{AC521A8B-E004-8002-10DA-1338E6792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449" y="1855208"/>
            <a:ext cx="2853193" cy="188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2L transparent PET bottle">
            <a:extLst>
              <a:ext uri="{FF2B5EF4-FFF2-40B4-BE49-F238E27FC236}">
                <a16:creationId xmlns:a16="http://schemas.microsoft.com/office/drawing/2014/main" id="{E91A49F8-70CC-F3C8-807F-8E6736089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953" y="1745722"/>
            <a:ext cx="2105645" cy="2105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olterholz in bester Qualität zum fairen Preis - Holz Steiner">
            <a:extLst>
              <a:ext uri="{FF2B5EF4-FFF2-40B4-BE49-F238E27FC236}">
                <a16:creationId xmlns:a16="http://schemas.microsoft.com/office/drawing/2014/main" id="{8E4CF5B5-4CFB-0767-BACA-C6615E6EA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571" y="1833328"/>
            <a:ext cx="2903332" cy="193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feil: gestreift nach rechts 7">
            <a:extLst>
              <a:ext uri="{FF2B5EF4-FFF2-40B4-BE49-F238E27FC236}">
                <a16:creationId xmlns:a16="http://schemas.microsoft.com/office/drawing/2014/main" id="{7F9A376A-EDB4-A38F-B665-0B14DED090EB}"/>
              </a:ext>
            </a:extLst>
          </p:cNvPr>
          <p:cNvSpPr/>
          <p:nvPr/>
        </p:nvSpPr>
        <p:spPr>
          <a:xfrm>
            <a:off x="4754879" y="2536466"/>
            <a:ext cx="1534601" cy="636104"/>
          </a:xfrm>
          <a:prstGeom prst="strip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: gestreift nach rechts 8">
            <a:extLst>
              <a:ext uri="{FF2B5EF4-FFF2-40B4-BE49-F238E27FC236}">
                <a16:creationId xmlns:a16="http://schemas.microsoft.com/office/drawing/2014/main" id="{46BDD7C4-BBC6-084A-E620-6C30F4F0DB2F}"/>
              </a:ext>
            </a:extLst>
          </p:cNvPr>
          <p:cNvSpPr/>
          <p:nvPr/>
        </p:nvSpPr>
        <p:spPr>
          <a:xfrm>
            <a:off x="9477954" y="2536466"/>
            <a:ext cx="1384852" cy="636104"/>
          </a:xfrm>
          <a:prstGeom prst="strip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B639AE1-B6E8-19EC-219B-A76218C1C93C}"/>
              </a:ext>
            </a:extLst>
          </p:cNvPr>
          <p:cNvSpPr txBox="1"/>
          <p:nvPr/>
        </p:nvSpPr>
        <p:spPr>
          <a:xfrm>
            <a:off x="1637968" y="3943846"/>
            <a:ext cx="2404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500 kt </a:t>
            </a:r>
            <a:r>
              <a:rPr lang="de-DE" sz="2400" dirty="0" err="1"/>
              <a:t>wood</a:t>
            </a:r>
            <a:r>
              <a:rPr lang="de-DE" sz="2400" dirty="0"/>
              <a:t>/a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A8B3CD1-1DE7-D88B-3E31-07131E286156}"/>
              </a:ext>
            </a:extLst>
          </p:cNvPr>
          <p:cNvSpPr txBox="1"/>
          <p:nvPr/>
        </p:nvSpPr>
        <p:spPr>
          <a:xfrm>
            <a:off x="6478045" y="3971716"/>
            <a:ext cx="231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180 kt MEG/a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BF126B1-3402-2883-883D-C0655E9BE0ED}"/>
              </a:ext>
            </a:extLst>
          </p:cNvPr>
          <p:cNvSpPr txBox="1"/>
          <p:nvPr/>
        </p:nvSpPr>
        <p:spPr>
          <a:xfrm>
            <a:off x="10628865" y="3943846"/>
            <a:ext cx="2246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540 kt PET/a*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E959242-8084-DDAB-EA9D-2EA8AEF1BBDC}"/>
              </a:ext>
            </a:extLst>
          </p:cNvPr>
          <p:cNvSpPr txBox="1"/>
          <p:nvPr/>
        </p:nvSpPr>
        <p:spPr>
          <a:xfrm>
            <a:off x="6506815" y="4571507"/>
            <a:ext cx="26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600 €/t MEG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0455C8B-5D60-A7AD-BAF7-A4EA0EBED240}"/>
              </a:ext>
            </a:extLst>
          </p:cNvPr>
          <p:cNvSpPr txBox="1"/>
          <p:nvPr/>
        </p:nvSpPr>
        <p:spPr>
          <a:xfrm>
            <a:off x="10628865" y="4579091"/>
            <a:ext cx="194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1200 €/t PET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B963AD2-C2C0-34E6-F908-48D46F9D4F7F}"/>
              </a:ext>
            </a:extLst>
          </p:cNvPr>
          <p:cNvSpPr txBox="1"/>
          <p:nvPr/>
        </p:nvSpPr>
        <p:spPr>
          <a:xfrm>
            <a:off x="1749065" y="4579091"/>
            <a:ext cx="2145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90 €/t </a:t>
            </a:r>
            <a:r>
              <a:rPr lang="de-DE" sz="2400" dirty="0" err="1"/>
              <a:t>wood</a:t>
            </a:r>
            <a:endParaRPr lang="de-DE" sz="2400" dirty="0"/>
          </a:p>
        </p:txBody>
      </p:sp>
      <p:sp>
        <p:nvSpPr>
          <p:cNvPr id="16" name="Pfeil: gestreift nach rechts 15">
            <a:extLst>
              <a:ext uri="{FF2B5EF4-FFF2-40B4-BE49-F238E27FC236}">
                <a16:creationId xmlns:a16="http://schemas.microsoft.com/office/drawing/2014/main" id="{CF3170E8-28C9-3F7D-FDCA-347559656B6F}"/>
              </a:ext>
            </a:extLst>
          </p:cNvPr>
          <p:cNvSpPr/>
          <p:nvPr/>
        </p:nvSpPr>
        <p:spPr>
          <a:xfrm>
            <a:off x="8465428" y="3840681"/>
            <a:ext cx="2163437" cy="707702"/>
          </a:xfrm>
          <a:prstGeom prst="strip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0.3  t MEG/t PET </a:t>
            </a:r>
          </a:p>
        </p:txBody>
      </p:sp>
      <p:sp>
        <p:nvSpPr>
          <p:cNvPr id="17" name="Pfeil: gestreift nach rechts 16">
            <a:extLst>
              <a:ext uri="{FF2B5EF4-FFF2-40B4-BE49-F238E27FC236}">
                <a16:creationId xmlns:a16="http://schemas.microsoft.com/office/drawing/2014/main" id="{CA18901C-C899-10E2-141D-A4BE104169F1}"/>
              </a:ext>
            </a:extLst>
          </p:cNvPr>
          <p:cNvSpPr/>
          <p:nvPr/>
        </p:nvSpPr>
        <p:spPr>
          <a:xfrm>
            <a:off x="3894432" y="3871389"/>
            <a:ext cx="2324753" cy="707702"/>
          </a:xfrm>
          <a:prstGeom prst="strip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0.18  t MEG/t </a:t>
            </a:r>
            <a:r>
              <a:rPr lang="de-DE" dirty="0" err="1">
                <a:solidFill>
                  <a:schemeClr val="tx1"/>
                </a:solidFill>
              </a:rPr>
              <a:t>wood</a:t>
            </a:r>
            <a:r>
              <a:rPr lang="de-DE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47ECD61-1DF1-E762-F641-9B2763A38A55}"/>
              </a:ext>
            </a:extLst>
          </p:cNvPr>
          <p:cNvSpPr txBox="1"/>
          <p:nvPr/>
        </p:nvSpPr>
        <p:spPr>
          <a:xfrm>
            <a:off x="-269471" y="4579090"/>
            <a:ext cx="2058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 dirty="0"/>
              <a:t>Market </a:t>
            </a:r>
            <a:r>
              <a:rPr lang="de-DE" sz="2400" u="sng" dirty="0" err="1"/>
              <a:t>prices</a:t>
            </a:r>
            <a:endParaRPr lang="de-DE" u="sng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5161DC2-36F0-1C31-F6A2-48C366B29E02}"/>
              </a:ext>
            </a:extLst>
          </p:cNvPr>
          <p:cNvSpPr txBox="1"/>
          <p:nvPr/>
        </p:nvSpPr>
        <p:spPr>
          <a:xfrm>
            <a:off x="0" y="3939832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u="sng" dirty="0" err="1"/>
              <a:t>quantities</a:t>
            </a:r>
            <a:endParaRPr lang="de-DE" u="sng" dirty="0"/>
          </a:p>
        </p:txBody>
      </p:sp>
    </p:spTree>
    <p:extLst>
      <p:ext uri="{BB962C8B-B14F-4D97-AF65-F5344CB8AC3E}">
        <p14:creationId xmlns:p14="http://schemas.microsoft.com/office/powerpoint/2010/main" val="91818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1D819B-9C04-349B-E572-F5913480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D4B89E-E307-C755-ECB1-E80752663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The image appears to be a map or chart detailing various locations in Germany, with codes or numbers next to each place.&#10;&#10;KI-generierte Inhalte können fehlerhaft sein.">
            <a:extLst>
              <a:ext uri="{FF2B5EF4-FFF2-40B4-BE49-F238E27FC236}">
                <a16:creationId xmlns:a16="http://schemas.microsoft.com/office/drawing/2014/main" id="{EEF26B18-04BB-6C3C-7645-5F6A2D83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906" y="0"/>
            <a:ext cx="6072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2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FD9DA4F-8992-1CBC-F7B7-0F4C74403AEF}"/>
              </a:ext>
            </a:extLst>
          </p:cNvPr>
          <p:cNvSpPr/>
          <p:nvPr/>
        </p:nvSpPr>
        <p:spPr>
          <a:xfrm>
            <a:off x="207169" y="100013"/>
            <a:ext cx="11822906" cy="6593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Inhaltsplatzhalter 4" descr="DIP&#10;&#10;KI-generierte Inhalte können fehlerhaft sein.">
            <a:extLst>
              <a:ext uri="{FF2B5EF4-FFF2-40B4-BE49-F238E27FC236}">
                <a16:creationId xmlns:a16="http://schemas.microsoft.com/office/drawing/2014/main" id="{7A1C7EA3-FC60-A918-A563-AE4DEC0AD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123" y="469131"/>
            <a:ext cx="2530886" cy="108466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EC2D2EC-EA4F-8FF1-6E60-3BF9A33A0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8735" y="373847"/>
            <a:ext cx="2237479" cy="1303993"/>
          </a:xfrm>
          <a:prstGeom prst="rect">
            <a:avLst/>
          </a:prstGeom>
        </p:spPr>
      </p:pic>
      <p:pic>
        <p:nvPicPr>
          <p:cNvPr id="9" name="Grafik 8" descr="#moderndenken.&#10;&#10;KI-generierte Inhalte können fehlerhaft sein.">
            <a:extLst>
              <a:ext uri="{FF2B5EF4-FFF2-40B4-BE49-F238E27FC236}">
                <a16:creationId xmlns:a16="http://schemas.microsoft.com/office/drawing/2014/main" id="{2BFFA5BB-A5C8-2F4C-184C-44219F41F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838" y="265167"/>
            <a:ext cx="1776412" cy="13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3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9AF034F0B670B4891A61F46F0FD4463" ma:contentTypeVersion="13" ma:contentTypeDescription="Ein neues Dokument erstellen." ma:contentTypeScope="" ma:versionID="702f8338609bb484bdb0ddb8e045398d">
  <xsd:schema xmlns:xsd="http://www.w3.org/2001/XMLSchema" xmlns:xs="http://www.w3.org/2001/XMLSchema" xmlns:p="http://schemas.microsoft.com/office/2006/metadata/properties" xmlns:ns2="75a7cc16-a325-42f6-a633-b9d335f46d66" xmlns:ns3="19ceceb8-c9f0-4d85-b02f-4af4389ce7fe" targetNamespace="http://schemas.microsoft.com/office/2006/metadata/properties" ma:root="true" ma:fieldsID="007b09dd0f1b65eae87cbf249639ae35" ns2:_="" ns3:_="">
    <xsd:import namespace="75a7cc16-a325-42f6-a633-b9d335f46d66"/>
    <xsd:import namespace="19ceceb8-c9f0-4d85-b02f-4af4389ce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Them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a7cc16-a325-42f6-a633-b9d335f46d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6eb20c4f-c5c2-492b-9954-d638c64bf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Thema" ma:index="19" nillable="true" ma:displayName="Thema" ma:format="Dropdown" ma:internalName="Thema">
      <xsd:simpleType>
        <xsd:restriction base="dms:Text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ceceb8-c9f0-4d85-b02f-4af4389ce7f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2df28fa-761b-4926-8c79-193c28f00df0}" ma:internalName="TaxCatchAll" ma:showField="CatchAllData" ma:web="19ceceb8-c9f0-4d85-b02f-4af4389ce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hema xmlns="75a7cc16-a325-42f6-a633-b9d335f46d66" xsi:nil="true"/>
    <TaxCatchAll xmlns="19ceceb8-c9f0-4d85-b02f-4af4389ce7fe" xsi:nil="true"/>
    <lcf76f155ced4ddcb4097134ff3c332f xmlns="75a7cc16-a325-42f6-a633-b9d335f46d6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9A50926-DF36-4E48-AEF9-9947AD1C4E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a7cc16-a325-42f6-a633-b9d335f46d66"/>
    <ds:schemaRef ds:uri="19ceceb8-c9f0-4d85-b02f-4af4389ce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04A126-324B-49D2-9297-D489D6A59B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F2C082-E4E9-48CA-A881-0E9B6B53FBD2}">
  <ds:schemaRefs>
    <ds:schemaRef ds:uri="http://schemas.microsoft.com/office/2006/metadata/properties"/>
    <ds:schemaRef ds:uri="http://schemas.microsoft.com/office/infopath/2007/PartnerControls"/>
    <ds:schemaRef ds:uri="75a7cc16-a325-42f6-a633-b9d335f46d66"/>
    <ds:schemaRef ds:uri="19ceceb8-c9f0-4d85-b02f-4af4389ce7f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Breitbild</PresentationFormat>
  <Paragraphs>10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Kirschstein, Thomas</dc:creator>
  <cp:lastModifiedBy>Kirschstein, Thomas</cp:lastModifiedBy>
  <cp:revision>1</cp:revision>
  <dcterms:created xsi:type="dcterms:W3CDTF">2026-04-26T17:55:08Z</dcterms:created>
  <dcterms:modified xsi:type="dcterms:W3CDTF">2026-06-11T19:08:58Z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0x010100D9AF034F0B670B4891A61F46F0FD4463</vt:lpwstr>
  </property>
  <property fmtid="{D5CDD505-2E9C-101B-9397-08002B2CF9AE}" pid="3" name="MediaServiceImageTags">
    <vt:lpwstr/>
  </property>
</Properties>
</file>